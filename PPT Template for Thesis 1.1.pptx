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6" r:id="rId12"/>
    <p:sldId id="270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1F7A"/>
    <a:srgbClr val="891F77"/>
    <a:srgbClr val="871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8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17BFB-5788-4431-988D-C60F1571663B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104869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9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DC93B-85A4-4FC4-995C-E16A928EA22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9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7BC6-8014-4932-8742-4988E69FD1F3}" type="datetime1">
              <a:rPr lang="en-US" smtClean="0"/>
              <a:t>4/9/2025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61C9-CD34-4023-BCB3-4013C4E9045D}" type="datetime1">
              <a:rPr lang="en-US" smtClean="0"/>
              <a:t>4/9/2025</a:t>
            </a:fld>
            <a:endParaRPr lang="en-US"/>
          </a:p>
        </p:txBody>
      </p:sp>
      <p:sp>
        <p:nvSpPr>
          <p:cNvPr id="10486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0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0762" y="6373123"/>
            <a:ext cx="2743200" cy="365125"/>
          </a:xfrm>
        </p:spPr>
        <p:txBody>
          <a:bodyPr/>
          <a:lstStyle>
            <a:lvl1pPr algn="r"/>
          </a:lstStyle>
          <a:p>
            <a:fld id="{78E3B8F4-28ED-4905-8090-072B8D8CB6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53F16-04BF-46B2-9CC1-22470618F491}" type="datetime1">
              <a:rPr lang="en-US" smtClean="0"/>
              <a:t>4/9/2025</a:t>
            </a:fld>
            <a:endParaRPr lang="en-US"/>
          </a:p>
        </p:txBody>
      </p:sp>
      <p:sp>
        <p:nvSpPr>
          <p:cNvPr id="10486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5132-A0FD-40AE-9728-6059C5DE40D7}" type="datetime1">
              <a:rPr lang="en-US" smtClean="0"/>
              <a:t>4/9/2025</a:t>
            </a:fld>
            <a:endParaRPr lang="en-US"/>
          </a:p>
        </p:txBody>
      </p:sp>
      <p:sp>
        <p:nvSpPr>
          <p:cNvPr id="104867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7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5843-585E-47D8-B1F0-35D26FAAFC37}" type="datetime1">
              <a:rPr lang="en-US" smtClean="0"/>
              <a:t>4/9/2025</a:t>
            </a:fld>
            <a:endParaRPr lang="en-US"/>
          </a:p>
        </p:txBody>
      </p:sp>
      <p:sp>
        <p:nvSpPr>
          <p:cNvPr id="104868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8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28658-503F-4AD9-915B-6F974228725A}" type="datetime1">
              <a:rPr lang="en-US" smtClean="0"/>
              <a:t>4/9/2025</a:t>
            </a:fld>
            <a:endParaRPr lang="en-US"/>
          </a:p>
        </p:txBody>
      </p:sp>
      <p:sp>
        <p:nvSpPr>
          <p:cNvPr id="104858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58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D2514-EA5E-44B5-B8FD-0CB5C08C5DFA}" type="datetime1">
              <a:rPr lang="en-US" smtClean="0"/>
              <a:t>4/9/2025</a:t>
            </a:fld>
            <a:endParaRPr lang="en-US"/>
          </a:p>
        </p:txBody>
      </p:sp>
      <p:sp>
        <p:nvSpPr>
          <p:cNvPr id="104863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28843-D68E-4FD3-B1BD-0BCDBE38B90B}" type="datetime1">
              <a:rPr lang="en-US" smtClean="0"/>
              <a:t>4/9/2025</a:t>
            </a:fld>
            <a:endParaRPr lang="en-US"/>
          </a:p>
        </p:txBody>
      </p:sp>
      <p:sp>
        <p:nvSpPr>
          <p:cNvPr id="104868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8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5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3D1A8-8404-4A9D-970C-65126FFDF20F}" type="datetime1">
              <a:rPr lang="en-US" smtClean="0"/>
              <a:t>4/9/2025</a:t>
            </a:fld>
            <a:endParaRPr lang="en-US"/>
          </a:p>
        </p:txBody>
      </p:sp>
      <p:sp>
        <p:nvSpPr>
          <p:cNvPr id="104865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5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8D78-21C9-4CAD-B396-5F1107826ED2}" type="datetime1">
              <a:rPr lang="en-US" smtClean="0"/>
              <a:t>4/9/2025</a:t>
            </a:fld>
            <a:endParaRPr lang="en-US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44E4-74E1-4E1C-9E59-572E34589C1A}" type="datetime1">
              <a:rPr lang="en-US" smtClean="0"/>
              <a:t>4/9/2025</a:t>
            </a:fld>
            <a:endParaRPr lang="en-US"/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 descr="Shape  Description automatically generated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300" y="0"/>
            <a:ext cx="12185400" cy="6858000"/>
          </a:xfrm>
          <a:prstGeom prst="rect">
            <a:avLst/>
          </a:prstGeom>
        </p:spPr>
      </p:pic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42415" y="3635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42415" y="1847056"/>
            <a:ext cx="10515600" cy="343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114869" y="61839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A90C3-BA9C-4C53-B853-1238984A48FD}" type="datetime1">
              <a:rPr lang="en-US" smtClean="0"/>
              <a:t>4/9/2025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9638" y="619056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Faculty of </a:t>
            </a:r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96007" y="61971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3B8F4-28ED-4905-8090-072B8D8CB69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1</a:t>
            </a:fld>
            <a:endParaRPr lang="en-US"/>
          </a:p>
        </p:txBody>
      </p:sp>
      <p:sp>
        <p:nvSpPr>
          <p:cNvPr id="1048624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CDC-4485-43E8-9ED0-E1EDA3E5EDAA}" type="datetime1">
              <a:rPr lang="en-US" smtClean="0"/>
              <a:t>4/9/2025</a:t>
            </a:fld>
            <a:endParaRPr lang="en-US"/>
          </a:p>
        </p:txBody>
      </p:sp>
      <p:pic>
        <p:nvPicPr>
          <p:cNvPr id="2097153" name="Picture 4" descr="A picture containing logo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" y="0"/>
            <a:ext cx="12185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871F76"/>
                </a:solidFill>
              </a:rPr>
              <a:t> Type title here</a:t>
            </a:r>
            <a:endParaRPr lang="en-US" dirty="0">
              <a:solidFill>
                <a:srgbClr val="871F76"/>
              </a:solidFill>
            </a:endParaRPr>
          </a:p>
        </p:txBody>
      </p:sp>
      <p:sp>
        <p:nvSpPr>
          <p:cNvPr id="1048626" name="Title 1"/>
          <p:cNvSpPr txBox="1"/>
          <p:nvPr/>
        </p:nvSpPr>
        <p:spPr>
          <a:xfrm>
            <a:off x="2684213" y="1586753"/>
            <a:ext cx="5313492" cy="380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dirty="0">
                <a:solidFill>
                  <a:srgbClr val="8C1F7A"/>
                </a:solidFill>
              </a:rPr>
              <a:t>Student</a:t>
            </a:r>
            <a:r>
              <a:rPr lang="en-GB" sz="2800" dirty="0">
                <a:solidFill>
                  <a:srgbClr val="8C1F7A"/>
                </a:solidFill>
              </a:rPr>
              <a:t> Name</a:t>
            </a:r>
          </a:p>
          <a:p>
            <a:pPr algn="ctr"/>
            <a:r>
              <a:rPr lang="en-GB" sz="2800" dirty="0">
                <a:solidFill>
                  <a:srgbClr val="8C1F7A"/>
                </a:solidFill>
              </a:rPr>
              <a:t>Type student’s name here</a:t>
            </a:r>
          </a:p>
          <a:p>
            <a:pPr algn="ctr"/>
            <a:r>
              <a:rPr lang="en-GB" sz="2800" dirty="0">
                <a:solidFill>
                  <a:srgbClr val="8C1F7A"/>
                </a:solidFill>
              </a:rPr>
              <a:t>Type Roll No Here</a:t>
            </a:r>
          </a:p>
          <a:p>
            <a:pPr algn="ctr"/>
            <a:endParaRPr lang="en-GB" sz="2800" dirty="0">
              <a:solidFill>
                <a:srgbClr val="8C1F7A"/>
              </a:solidFill>
            </a:endParaRPr>
          </a:p>
          <a:p>
            <a:pPr algn="ctr"/>
            <a:r>
              <a:rPr lang="en-GB" sz="2400" dirty="0">
                <a:solidFill>
                  <a:srgbClr val="8C1F7A"/>
                </a:solidFill>
              </a:rPr>
              <a:t>Supervisor Name</a:t>
            </a:r>
          </a:p>
          <a:p>
            <a:pPr algn="ctr"/>
            <a:r>
              <a:rPr lang="en-GB" sz="2800" b="1" dirty="0">
                <a:solidFill>
                  <a:srgbClr val="8C1F7A"/>
                </a:solidFill>
              </a:rPr>
              <a:t>Type supervisor’s name here</a:t>
            </a:r>
          </a:p>
          <a:p>
            <a:pPr algn="ctr"/>
            <a:r>
              <a:rPr lang="en-GB" sz="2400" dirty="0">
                <a:solidFill>
                  <a:srgbClr val="8C1F7A"/>
                </a:solidFill>
              </a:rPr>
              <a:t>Type supervisor designation here</a:t>
            </a:r>
          </a:p>
          <a:p>
            <a:pPr algn="ctr"/>
            <a:endParaRPr lang="en-GB" sz="2400" dirty="0">
              <a:solidFill>
                <a:srgbClr val="8C1F7A"/>
              </a:solidFill>
            </a:endParaRPr>
          </a:p>
          <a:p>
            <a:pPr algn="ctr"/>
            <a:endParaRPr lang="en-GB" sz="2800" dirty="0"/>
          </a:p>
          <a:p>
            <a:endParaRPr lang="en-US" sz="2800" dirty="0"/>
          </a:p>
        </p:txBody>
      </p:sp>
      <p:sp>
        <p:nvSpPr>
          <p:cNvPr id="1048627" name="Title 1"/>
          <p:cNvSpPr txBox="1"/>
          <p:nvPr/>
        </p:nvSpPr>
        <p:spPr>
          <a:xfrm>
            <a:off x="2684213" y="5378347"/>
            <a:ext cx="5313492" cy="680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9643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rgbClr val="891F77"/>
                </a:solidFill>
              </a:rPr>
              <a:t>Department of</a:t>
            </a:r>
          </a:p>
          <a:p>
            <a:pPr algn="ctr"/>
            <a:r>
              <a:rPr lang="en-GB" sz="2800" b="1" dirty="0">
                <a:solidFill>
                  <a:srgbClr val="891F77"/>
                </a:solidFill>
              </a:rPr>
              <a:t>Superior University Lahore</a:t>
            </a:r>
            <a:endParaRPr lang="en-US" sz="2800" b="1" dirty="0">
              <a:solidFill>
                <a:srgbClr val="891F77"/>
              </a:solidFill>
            </a:endParaRPr>
          </a:p>
        </p:txBody>
      </p:sp>
      <p:sp>
        <p:nvSpPr>
          <p:cNvPr id="1048628" name="Title 1"/>
          <p:cNvSpPr txBox="1"/>
          <p:nvPr/>
        </p:nvSpPr>
        <p:spPr>
          <a:xfrm>
            <a:off x="152108" y="5903691"/>
            <a:ext cx="5313492" cy="680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rgbClr val="8C1F7A"/>
                </a:solidFill>
              </a:rPr>
              <a:t>Date:</a:t>
            </a:r>
            <a:endParaRPr lang="en-US" sz="2800" dirty="0">
              <a:solidFill>
                <a:srgbClr val="8C1F7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209320" y="363537"/>
            <a:ext cx="10748695" cy="1325563"/>
          </a:xfrm>
        </p:spPr>
        <p:txBody>
          <a:bodyPr/>
          <a:lstStyle/>
          <a:p>
            <a:r>
              <a:rPr lang="en-GB" b="1" dirty="0"/>
              <a:t>TABLE OF CONTENTS </a:t>
            </a:r>
            <a:endParaRPr lang="en-US" b="1" dirty="0"/>
          </a:p>
        </p:txBody>
      </p:sp>
      <p:sp>
        <p:nvSpPr>
          <p:cNvPr id="1048630" name="Content Placeholder 2"/>
          <p:cNvSpPr>
            <a:spLocks noGrp="1"/>
          </p:cNvSpPr>
          <p:nvPr>
            <p:ph idx="1"/>
          </p:nvPr>
        </p:nvSpPr>
        <p:spPr>
          <a:xfrm>
            <a:off x="0" y="1503488"/>
            <a:ext cx="12192000" cy="5139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1. INTRODUCTION </a:t>
            </a:r>
            <a:endParaRPr lang="zh-CN" alt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altLang="en-US" dirty="0"/>
              <a:t>2. PROBLEM STATEMENT</a:t>
            </a:r>
            <a:endParaRPr lang="zh-CN" altLang="en-US" dirty="0"/>
          </a:p>
          <a:p>
            <a:pPr marL="0" indent="0">
              <a:buNone/>
            </a:pPr>
            <a:r>
              <a:rPr lang="en-US" altLang="en-US" dirty="0"/>
              <a:t>    3. OBJECTIVE (S)</a:t>
            </a:r>
            <a:endParaRPr lang="zh-CN" altLang="en-US" dirty="0"/>
          </a:p>
          <a:p>
            <a:pPr marL="0" indent="0">
              <a:buNone/>
            </a:pPr>
            <a:r>
              <a:rPr lang="en-US" altLang="en-US" dirty="0"/>
              <a:t>    4. METHODOLOGY </a:t>
            </a:r>
            <a:endParaRPr lang="zh-CN" altLang="en-US" dirty="0"/>
          </a:p>
          <a:p>
            <a:pPr marL="0" indent="0">
              <a:buNone/>
            </a:pPr>
            <a:r>
              <a:rPr lang="en-US" altLang="en-US" dirty="0"/>
              <a:t>    5. RESULTS </a:t>
            </a:r>
            <a:endParaRPr lang="zh-CN" altLang="en-US" dirty="0"/>
          </a:p>
          <a:p>
            <a:pPr marL="0" indent="0">
              <a:buNone/>
            </a:pPr>
            <a:r>
              <a:rPr lang="en-US" altLang="en-US" dirty="0"/>
              <a:t>    6. CONCLUSION </a:t>
            </a:r>
            <a:endParaRPr lang="zh-CN" altLang="en-US" dirty="0"/>
          </a:p>
          <a:p>
            <a:pPr marL="0" indent="0">
              <a:buNone/>
            </a:pPr>
            <a:r>
              <a:rPr lang="en-US" altLang="en-US" dirty="0"/>
              <a:t>    7. REFERENCES      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231354" y="604621"/>
            <a:ext cx="11114588" cy="1325563"/>
          </a:xfrm>
        </p:spPr>
        <p:txBody>
          <a:bodyPr>
            <a:normAutofit/>
          </a:bodyPr>
          <a:lstStyle/>
          <a:p>
            <a:r>
              <a:rPr lang="en-GB" b="1" dirty="0"/>
              <a:t>I</a:t>
            </a:r>
            <a:r>
              <a:rPr lang="en-US" b="1" dirty="0"/>
              <a:t>NTRODUCTION (2 Slides)</a:t>
            </a:r>
          </a:p>
        </p:txBody>
      </p:sp>
      <p:sp>
        <p:nvSpPr>
          <p:cNvPr id="104863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61C9-CD34-4023-BCB3-4013C4E9045D}" type="datetime1">
              <a:rPr lang="en-US" smtClean="0"/>
              <a:t>4/9/2025</a:t>
            </a:fld>
            <a:endParaRPr lang="en-US"/>
          </a:p>
        </p:txBody>
      </p:sp>
      <p:sp>
        <p:nvSpPr>
          <p:cNvPr id="10486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4</a:t>
            </a:fld>
            <a:endParaRPr lang="en-US" dirty="0"/>
          </a:p>
        </p:txBody>
      </p:sp>
      <p:sp>
        <p:nvSpPr>
          <p:cNvPr id="1048635" name="Content Placeholder 2"/>
          <p:cNvSpPr>
            <a:spLocks noGrp="1"/>
          </p:cNvSpPr>
          <p:nvPr/>
        </p:nvSpPr>
        <p:spPr>
          <a:xfrm>
            <a:off x="830342" y="1930184"/>
            <a:ext cx="10515600" cy="3434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Date Placeholder 104863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D2514-EA5E-44B5-B8FD-0CB5C08C5DFA}" type="datetime1">
              <a:rPr lang="en-US" smtClean="0"/>
              <a:t>4/9/2025</a:t>
            </a:fld>
            <a:endParaRPr lang="en-US"/>
          </a:p>
        </p:txBody>
      </p:sp>
      <p:sp>
        <p:nvSpPr>
          <p:cNvPr id="1048640" name="Footer Placeholder 104863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41" name="Slide Number Placeholder 10486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5</a:t>
            </a:fld>
            <a:endParaRPr lang="en-US"/>
          </a:p>
        </p:txBody>
      </p:sp>
      <p:sp>
        <p:nvSpPr>
          <p:cNvPr id="1048642" name="TextBox 1048641"/>
          <p:cNvSpPr txBox="1"/>
          <p:nvPr/>
        </p:nvSpPr>
        <p:spPr>
          <a:xfrm>
            <a:off x="470252" y="1376508"/>
            <a:ext cx="10531965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 Cont..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 rot="24642">
            <a:off x="135385" y="605959"/>
            <a:ext cx="12144806" cy="5662367"/>
          </a:xfrm>
        </p:spPr>
        <p:txBody>
          <a:bodyPr anchor="t">
            <a:normAutofit/>
          </a:bodyPr>
          <a:lstStyle/>
          <a:p>
            <a:r>
              <a:rPr lang="en-US" b="1" dirty="0"/>
              <a:t>PROBLEM STATEMENT</a:t>
            </a:r>
            <a:br>
              <a:rPr lang="en-US" sz="3200" b="1" dirty="0"/>
            </a:br>
            <a:endParaRPr lang="en-US" sz="2400" b="1" dirty="0"/>
          </a:p>
        </p:txBody>
      </p:sp>
      <p:sp>
        <p:nvSpPr>
          <p:cNvPr id="10486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61C9-CD34-4023-BCB3-4013C4E9045D}" type="datetime1">
              <a:rPr lang="en-US" smtClean="0"/>
              <a:t>4/9/2025</a:t>
            </a:fld>
            <a:endParaRPr lang="en-US"/>
          </a:p>
        </p:txBody>
      </p:sp>
      <p:sp>
        <p:nvSpPr>
          <p:cNvPr id="10486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114869" y="301595"/>
            <a:ext cx="12362428" cy="6556405"/>
          </a:xfrm>
        </p:spPr>
        <p:txBody>
          <a:bodyPr anchor="t">
            <a:normAutofit/>
          </a:bodyPr>
          <a:lstStyle/>
          <a:p>
            <a:r>
              <a:rPr lang="en-US" b="1" dirty="0"/>
              <a:t>OBJECTIVE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61C9-CD34-4023-BCB3-4013C4E9045D}" type="datetime1">
              <a:rPr lang="en-US" smtClean="0"/>
              <a:t>4/9/2025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442415" y="363537"/>
            <a:ext cx="11740033" cy="6445327"/>
          </a:xfrm>
        </p:spPr>
        <p:txBody>
          <a:bodyPr anchor="t"/>
          <a:lstStyle/>
          <a:p>
            <a:r>
              <a:rPr lang="en-US" b="1" dirty="0"/>
              <a:t>METHODOLOGY</a:t>
            </a:r>
            <a:br>
              <a:rPr lang="en-US" sz="3200" b="1" dirty="0"/>
            </a:br>
            <a:endParaRPr lang="en-US" sz="2800" b="1" dirty="0"/>
          </a:p>
        </p:txBody>
      </p:sp>
      <p:sp>
        <p:nvSpPr>
          <p:cNvPr id="10486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61C9-CD34-4023-BCB3-4013C4E9045D}" type="datetime1">
              <a:rPr lang="en-US" smtClean="0"/>
              <a:t>4/9/2025</a:t>
            </a:fld>
            <a:endParaRPr lang="en-US"/>
          </a:p>
        </p:txBody>
      </p:sp>
      <p:sp>
        <p:nvSpPr>
          <p:cNvPr id="10486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 rot="10133">
            <a:off x="230608" y="404838"/>
            <a:ext cx="11952378" cy="6133246"/>
          </a:xfrm>
        </p:spPr>
        <p:txBody>
          <a:bodyPr anchor="t"/>
          <a:lstStyle/>
          <a:p>
            <a:r>
              <a:rPr lang="en-US" b="1" dirty="0"/>
              <a:t>RESULTS </a:t>
            </a:r>
            <a:endParaRPr lang="en-US" sz="2800" b="1" dirty="0"/>
          </a:p>
        </p:txBody>
      </p:sp>
      <p:sp>
        <p:nvSpPr>
          <p:cNvPr id="10486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61C9-CD34-4023-BCB3-4013C4E9045D}" type="datetime1">
              <a:rPr lang="en-US" smtClean="0"/>
              <a:t>4/9/2025</a:t>
            </a:fld>
            <a:endParaRPr lang="en-US"/>
          </a:p>
        </p:txBody>
      </p:sp>
      <p:sp>
        <p:nvSpPr>
          <p:cNvPr id="10486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0D25-546D-B78D-743F-6494BC333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1BF28-1E4E-D226-0491-0510B2C0E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52263-CECB-F151-70D2-3FA0F9D1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61C9-CD34-4023-BCB3-4013C4E9045D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CB884-3058-793F-F79E-8D8CDDC8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814BE-4B56-D74C-2A6F-7AC55D5E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6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048584"/>
          <p:cNvSpPr>
            <a:spLocks noGrp="1"/>
          </p:cNvSpPr>
          <p:nvPr>
            <p:ph type="title"/>
          </p:nvPr>
        </p:nvSpPr>
        <p:spPr>
          <a:xfrm>
            <a:off x="268076" y="410776"/>
            <a:ext cx="11655847" cy="6162540"/>
          </a:xfrm>
        </p:spPr>
        <p:txBody>
          <a:bodyPr anchor="t"/>
          <a:lstStyle/>
          <a:p>
            <a:r>
              <a:rPr lang="en-US" b="1" dirty="0"/>
              <a:t>CONCLUSION </a:t>
            </a:r>
            <a:endParaRPr lang="en-US" sz="2800" b="1" dirty="0"/>
          </a:p>
        </p:txBody>
      </p:sp>
      <p:sp>
        <p:nvSpPr>
          <p:cNvPr id="1048586" name="Date Placeholder 104858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28658-503F-4AD9-915B-6F974228725A}" type="datetime1">
              <a:rPr lang="en-US" smtClean="0"/>
              <a:t>4/9/2025</a:t>
            </a:fld>
            <a:endParaRPr lang="en-US"/>
          </a:p>
        </p:txBody>
      </p:sp>
      <p:sp>
        <p:nvSpPr>
          <p:cNvPr id="1048587" name="Footer Placeholder 104858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588" name="Slide Number Placeholder 10485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23B7-D094-3A76-6CF2-ABA3CEF65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 AND FUTURE PERSPECTIVE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BFE121-47E9-2B93-18DD-170698F84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28658-503F-4AD9-915B-6F974228725A}" type="datetime1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7BE20-8D89-8C69-675B-F5D2F767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99EA4-5B8E-A564-DF03-26055133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43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048593"/>
          <p:cNvSpPr>
            <a:spLocks noGrp="1"/>
          </p:cNvSpPr>
          <p:nvPr>
            <p:ph type="ctrTitle"/>
          </p:nvPr>
        </p:nvSpPr>
        <p:spPr>
          <a:xfrm>
            <a:off x="198303" y="295681"/>
            <a:ext cx="10117157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4400" b="1" dirty="0"/>
              <a:t>REFERENCES </a:t>
            </a:r>
          </a:p>
        </p:txBody>
      </p:sp>
      <p:sp>
        <p:nvSpPr>
          <p:cNvPr id="1048596" name="Date Placeholder 104859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7BC6-8014-4932-8742-4988E69FD1F3}" type="datetime1">
              <a:rPr lang="en-US" smtClean="0"/>
              <a:t>4/9/2025</a:t>
            </a:fld>
            <a:endParaRPr lang="en-US"/>
          </a:p>
        </p:txBody>
      </p:sp>
      <p:sp>
        <p:nvSpPr>
          <p:cNvPr id="1048597" name="Footer Placeholder 104859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598" name="Slide Number Placeholder 104859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Subtitle 1048607"/>
          <p:cNvSpPr>
            <a:spLocks noGrp="1"/>
          </p:cNvSpPr>
          <p:nvPr>
            <p:ph type="subTitle" idx="1"/>
          </p:nvPr>
        </p:nvSpPr>
        <p:spPr>
          <a:xfrm>
            <a:off x="1524000" y="2423711"/>
            <a:ext cx="9144000" cy="2834089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+mj-lt"/>
              </a:rPr>
              <a:t>Thank you </a:t>
            </a:r>
          </a:p>
        </p:txBody>
      </p:sp>
      <p:sp>
        <p:nvSpPr>
          <p:cNvPr id="1048609" name="Date Placeholder 104860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7BC6-8014-4932-8742-4988E69FD1F3}" type="datetime1">
              <a:rPr lang="en-US" smtClean="0"/>
              <a:t>4/9/2025</a:t>
            </a:fld>
            <a:endParaRPr lang="en-US"/>
          </a:p>
        </p:txBody>
      </p:sp>
      <p:sp>
        <p:nvSpPr>
          <p:cNvPr id="1048610" name="Footer Placeholder 104860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</a:t>
            </a:r>
          </a:p>
        </p:txBody>
      </p:sp>
      <p:sp>
        <p:nvSpPr>
          <p:cNvPr id="1048611" name="Slide Number Placeholder 10486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B8F4-28ED-4905-8090-072B8D8CB695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140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 Type title here</vt:lpstr>
      <vt:lpstr>TABLE OF CONTENTS </vt:lpstr>
      <vt:lpstr>INTRODUCTION (2 Slides)</vt:lpstr>
      <vt:lpstr>PowerPoint Presentation</vt:lpstr>
      <vt:lpstr>PROBLEM STATEMENT </vt:lpstr>
      <vt:lpstr>OBJECTIVE  </vt:lpstr>
      <vt:lpstr>METHODOLOGY </vt:lpstr>
      <vt:lpstr>RESULTS </vt:lpstr>
      <vt:lpstr>DISCUSSION</vt:lpstr>
      <vt:lpstr>CONCLUSION </vt:lpstr>
      <vt:lpstr>LIMITATION AND FUTURE PERSPECTIVE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Ahmad  Kahloon</dc:creator>
  <cp:lastModifiedBy>H. Ayaz Ahmad</cp:lastModifiedBy>
  <cp:revision>16</cp:revision>
  <dcterms:created xsi:type="dcterms:W3CDTF">2022-11-07T10:50:50Z</dcterms:created>
  <dcterms:modified xsi:type="dcterms:W3CDTF">2025-04-09T05:11:03Z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eb97995460884079bf28a6ad77d62fe8</vt:lpwstr>
  </property>
</Properties>
</file>